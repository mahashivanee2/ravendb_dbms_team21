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1fe6003a9600ccb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1fe6003a9600ccb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1fe6003a9600ccb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1fe6003a9600ccb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1fe6003a9600ccb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1fe6003a9600ccb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1fe6003a9600ccb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1fe6003a9600ccb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1fe6003a9600ccb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1fe6003a9600ccb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190732a65507893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190732a65507893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190732a65507893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190732a65507893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190732a65507893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190732a65507893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190732a65507893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190732a65507893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1694a34c08a60bf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1694a34c08a60bf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1694a34c08a60bf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1694a34c08a60bf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1694a34c08a60bf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1694a34c08a60bf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1694a34c08a60bf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1694a34c08a60bf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1694a34c08a60bf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1694a34c08a60bf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1694a34c08a60bf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1694a34c08a60bf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1694a34c08a60bf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1694a34c08a60bf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1694a34c08a60bf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1694a34c08a60bf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1694a34c08a60bf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1694a34c08a60bf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1694a34c08a60bf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1694a34c08a60bf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1694a34c08a60bf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h1694a34c08a60bf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b.sc" TargetMode="External"/><Relationship Id="rId4" Type="http://schemas.openxmlformats.org/officeDocument/2006/relationships/hyperlink" Target="http://cb.sc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ravendb.net/7.2/sharding/backup-and-restore/backup" TargetMode="External"/><Relationship Id="rId10" Type="http://schemas.openxmlformats.org/officeDocument/2006/relationships/hyperlink" Target="https://docs.ravendb.net/7.2/server/security/overview" TargetMode="External"/><Relationship Id="rId13" Type="http://schemas.openxmlformats.org/officeDocument/2006/relationships/hyperlink" Target="https://www.ravendb.net/use-cases/beatmans-decade-of-success-with-ravendb" TargetMode="External"/><Relationship Id="rId12" Type="http://schemas.openxmlformats.org/officeDocument/2006/relationships/hyperlink" Target="https://docs.ravendb.net/7.2/sharding/backup-and-restore/backup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ravendb.net/7.2/studio/database/documents/documents-and-collections" TargetMode="External"/><Relationship Id="rId4" Type="http://schemas.openxmlformats.org/officeDocument/2006/relationships/hyperlink" Target="https://docs.ravendb.net/7.2/studio/database/documents/documents-and-collections" TargetMode="External"/><Relationship Id="rId9" Type="http://schemas.openxmlformats.org/officeDocument/2006/relationships/hyperlink" Target="https://docs.ravendb.net/7.2/server/security/overview" TargetMode="External"/><Relationship Id="rId15" Type="http://schemas.openxmlformats.org/officeDocument/2006/relationships/hyperlink" Target="https://www.ravendb.net/features" TargetMode="External"/><Relationship Id="rId14" Type="http://schemas.openxmlformats.org/officeDocument/2006/relationships/hyperlink" Target="https://www.ravendb.net/use-cases/beatmans-decade-of-success-with-ravendb" TargetMode="External"/><Relationship Id="rId16" Type="http://schemas.openxmlformats.org/officeDocument/2006/relationships/hyperlink" Target="https://www.ravendb.net/features" TargetMode="External"/><Relationship Id="rId5" Type="http://schemas.openxmlformats.org/officeDocument/2006/relationships/hyperlink" Target="https://docs.ravendb.net/7.2/querying/overview" TargetMode="External"/><Relationship Id="rId6" Type="http://schemas.openxmlformats.org/officeDocument/2006/relationships/hyperlink" Target="https://docs.ravendb.net/7.2/querying/overview" TargetMode="External"/><Relationship Id="rId7" Type="http://schemas.openxmlformats.org/officeDocument/2006/relationships/hyperlink" Target="https://docs.ravendb.net/7.0/sharding/overview" TargetMode="External"/><Relationship Id="rId8" Type="http://schemas.openxmlformats.org/officeDocument/2006/relationships/hyperlink" Target="https://docs.ravendb.net/7.0/sharding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RAVENDB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147250"/>
            <a:ext cx="3943500" cy="8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Presented by :</a:t>
            </a:r>
            <a:r>
              <a:rPr b="1" lang="en-GB">
                <a:solidFill>
                  <a:schemeClr val="dk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CB.SC</a:t>
            </a:r>
            <a:r>
              <a:rPr b="1" lang="en-GB">
                <a:solidFill>
                  <a:schemeClr val="dk2"/>
                </a:solidFill>
              </a:rPr>
              <a:t>.U4CSE25745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</a:rPr>
              <a:t>                                </a:t>
            </a:r>
            <a:r>
              <a:rPr b="1" lang="en-GB">
                <a:solidFill>
                  <a:schemeClr val="dk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CB.SC</a:t>
            </a:r>
            <a:r>
              <a:rPr b="1" lang="en-GB">
                <a:solidFill>
                  <a:schemeClr val="dk2"/>
                </a:solidFill>
              </a:rPr>
              <a:t>.U4CSE25726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4175" y="964175"/>
            <a:ext cx="2193550" cy="20229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729450" y="3162125"/>
            <a:ext cx="3943500" cy="8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Course   :</a:t>
            </a:r>
            <a:r>
              <a:rPr b="1" lang="en-GB">
                <a:solidFill>
                  <a:schemeClr val="dk2"/>
                </a:solidFill>
              </a:rPr>
              <a:t> Database Management Systems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837075" y="1332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934650" y="20925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RavenDB is an open-source, NoSQL document database designed to store, manage, and retrieve data efficiently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Unlike relational databases such as MySQL, which organize data primarily into tables and rows, RavenDB stores information as JSON documents.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It supports document-based data modeling, indexing, querying, transactions, and replication across multiple servers.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425" y="-2742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76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Type &amp; Model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7650" y="1853850"/>
            <a:ext cx="5546100" cy="3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41"/>
              <a:t>TYPE: NoSQL database</a:t>
            </a:r>
            <a:endParaRPr sz="154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41"/>
              <a:t>CATEGORY:Document-Oriented Database</a:t>
            </a:r>
            <a:endParaRPr sz="154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41"/>
              <a:t>Database model: Non-relational, schema-flexible  model.</a:t>
            </a:r>
            <a:endParaRPr sz="154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41"/>
              <a:t>Storage format: JSON-based documents.</a:t>
            </a:r>
            <a:endParaRPr sz="154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41"/>
              <a:t>Suitability:</a:t>
            </a:r>
            <a:endParaRPr sz="1541"/>
          </a:p>
          <a:p>
            <a:pPr indent="-3191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1541"/>
              <a:t>Modern web applications, e-commerce platforms, content management systems, and distributed business applications.</a:t>
            </a:r>
            <a:endParaRPr sz="154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7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6273600" y="1853850"/>
            <a:ext cx="2772000" cy="3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"Id": "books/101",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"Title": "Database Systems",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"Author": "Thomas Connolly",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"Price": 650,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"Category": "Computer Science"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7"/>
          <p:cNvCxnSpPr/>
          <p:nvPr/>
        </p:nvCxnSpPr>
        <p:spPr>
          <a:xfrm flipH="1">
            <a:off x="6087275" y="1860425"/>
            <a:ext cx="13800" cy="291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565300" y="0"/>
            <a:ext cx="76887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ARCHITECTURE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2600"/>
            <a:ext cx="9144000" cy="46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578975" y="0"/>
            <a:ext cx="7688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STORAGE MANAGEMENT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6100"/>
            <a:ext cx="9144000" cy="46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592650" y="0"/>
            <a:ext cx="76887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INDEXING MECHANISMS</a:t>
            </a:r>
            <a:endParaRPr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3500"/>
            <a:ext cx="9144000" cy="46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592650" y="0"/>
            <a:ext cx="76887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TRANSACTIONS AND CONCURRENCY</a:t>
            </a:r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800"/>
            <a:ext cx="9144001" cy="46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727650" y="0"/>
            <a:ext cx="76887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725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QUERY LANGUAGE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932"/>
            <a:ext cx="9143999" cy="4987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INTEGRITY CONSTRAINTS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729450" y="2078875"/>
            <a:ext cx="8414700" cy="28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</a:t>
            </a:r>
            <a:r>
              <a:rPr lang="en-GB" sz="1700"/>
              <a:t>CID Transactions: Ensures order creation and inventory updates happen together or fail together.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​Concurrency Control: Prevents race conditions and overselling stock during simultaneous orders.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​Document Validation: Maintains strict document schemas and consistent data states across the database.</a:t>
            </a:r>
            <a:endParaRPr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INTGERATION WITH OTHER TOOLS</a:t>
            </a:r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729450" y="2078875"/>
            <a:ext cx="8312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Modern Stack SDKs: Native client support for .NET Core / C#, Node.js, Python, Java, and Go.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​API Connectivity: RESTful HTTP API and LINQ support for seamless data operations.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​Cloud &amp; Tools: Works out of the box with cloud environments (AWS, Azure) and external analytics tools.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FEATURES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Subscriptions: Server-side event streaming that automatically triggers actions on document updates.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​Map-Reduce Indexes: Aggregates and pre-computes complex analytical queries directly on the server.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​Server-Side Scripts: Allows embedded JavaScript execution for batch updates and data transformations.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510575" y="0"/>
            <a:ext cx="76887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STRENGTHS AND LIMITATIONS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2600"/>
            <a:ext cx="9144000" cy="465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title"/>
          </p:nvPr>
        </p:nvSpPr>
        <p:spPr>
          <a:xfrm>
            <a:off x="496900" y="-54725"/>
            <a:ext cx="74508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940"/>
              <a:t>ORGANIZATIONS AND PRODUCTS </a:t>
            </a:r>
            <a:r>
              <a:rPr lang="en-GB" sz="1940"/>
              <a:t>USING</a:t>
            </a:r>
            <a:r>
              <a:rPr lang="en-GB" sz="1940"/>
              <a:t> RAVENDB</a:t>
            </a:r>
            <a:endParaRPr sz="1940"/>
          </a:p>
        </p:txBody>
      </p:sp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800"/>
            <a:ext cx="9143999" cy="466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BEATMAN YAPP’S SUCCESS STORY WITH RAVEN DB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3912775" y="909525"/>
            <a:ext cx="5166900" cy="3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Yapp marketplace and social platform; The Wallet.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RavenDB document database.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20M+ documents, 120 GB of data, approximately 1 million requests/day.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Three-node RavenDB cluster.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Used: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ACID transactions, indexing, full-text search, subscriptions, document revisions.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Flexible data storage, efficient search, reliable transactions, simplified database management.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Supported large-scale marketplace operations and growing application workloads.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00" y="1095325"/>
            <a:ext cx="2905450" cy="312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06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06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title"/>
          </p:nvPr>
        </p:nvSpPr>
        <p:spPr>
          <a:xfrm>
            <a:off x="729450" y="1277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225" name="Google Shape;225;p33"/>
          <p:cNvSpPr txBox="1"/>
          <p:nvPr>
            <p:ph idx="1" type="body"/>
          </p:nvPr>
        </p:nvSpPr>
        <p:spPr>
          <a:xfrm>
            <a:off x="729450" y="2078875"/>
            <a:ext cx="7942500" cy="29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RavenDB. </a:t>
            </a:r>
            <a:r>
              <a:rPr i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RavenDB Documentation — Documents and Collections.</a:t>
            </a:r>
            <a:r>
              <a:rPr lang="en-GB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https://docs.ravendb.net/7.2/studio/database/documents/documents-and-collections</a:t>
            </a:r>
            <a:endParaRPr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RavenDB. </a:t>
            </a:r>
            <a:r>
              <a:rPr i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Overview.</a:t>
            </a:r>
            <a:r>
              <a:rPr lang="en-GB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https://docs.ravendb.net/7.2/querying/overview</a:t>
            </a:r>
            <a:endParaRPr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RavenDB. </a:t>
            </a:r>
            <a:r>
              <a:rPr i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Sharding Overview.</a:t>
            </a:r>
            <a:r>
              <a:rPr lang="en-GB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https://docs.ravendb.net/7.0/sharding/overview</a:t>
            </a:r>
            <a:endParaRPr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RavenDB. </a:t>
            </a:r>
            <a:r>
              <a:rPr i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Overview.</a:t>
            </a:r>
            <a:r>
              <a:rPr lang="en-GB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https://docs.ravendb.net/7.2/server/security/overview</a:t>
            </a:r>
            <a:endParaRPr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RavenDB. </a:t>
            </a:r>
            <a:r>
              <a:rPr i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Sharding: Backup and Restore.</a:t>
            </a:r>
            <a:r>
              <a:rPr lang="en-GB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https://docs.ravendb.net/7.2/sharding/backup-and-restore/backup</a:t>
            </a:r>
            <a:endParaRPr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RavenDB. </a:t>
            </a:r>
            <a:r>
              <a:rPr i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Beatman’s Decade of Success with RavenDB.</a:t>
            </a:r>
            <a:r>
              <a:rPr lang="en-GB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https://www.ravendb.net/use-cases/beatmans-decade-of-success-with-ravendb</a:t>
            </a:r>
            <a:endParaRPr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AutoNum type="arabicPeriod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RavenDB. </a:t>
            </a:r>
            <a:r>
              <a:rPr i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RavenDB Features.</a:t>
            </a:r>
            <a:r>
              <a:rPr lang="en-GB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https://www.ravendb.net/features</a:t>
            </a:r>
            <a:endParaRPr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